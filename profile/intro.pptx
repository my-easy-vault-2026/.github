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3"/>
  </p:normalViewPr>
  <p:slideViewPr>
    <p:cSldViewPr snapToGrid="0">
      <p:cViewPr>
        <p:scale>
          <a:sx n="120" d="100"/>
          <a:sy n="120" d="100"/>
        </p:scale>
        <p:origin x="80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AE6B-DC40-543A-28F2-995B964D4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46DCC-57DC-AC01-4CE8-CE26E1EA6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1B0A1-DB3A-2A98-3106-12E475C6E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5E601-FE61-68D1-2505-590C0DE80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8B3A9-56D2-6B91-DAFC-0B06B2D69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405732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7F6C1-A2CD-0053-13EC-F79E2A688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8DF9A-BC41-BC21-F380-BB55D0876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1D6B1-6F59-2668-5DB3-4C62D873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24915-028B-5315-C022-7C1DCD923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736D6-CC5A-D9D8-05BA-FBD2E130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03204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8C886-CBD2-ED6F-2AC2-332EF6750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05396-A1BE-11A3-B1E9-43A1070D4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91AB0-E7BE-2002-607D-537B53967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EDA97-5EA9-F028-F792-168EF63BA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9F37B-5F93-BB9D-3500-60E150814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58425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88E03-EA1D-CE5B-A0E4-DD5B1AF02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67356-4E8A-191C-9373-24CD7B85F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DE8D4E-3FA7-F9F0-943A-2EB70857C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3F6BC-19FA-6ADB-8438-897F0976D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B13FA-B8DB-BB5D-969E-7A23F7669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630E8F-08BF-3F7B-0105-AA1096288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09684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A6439-9705-DB33-7BED-AD00EC1C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1B6DF-AC51-6CB3-4CE1-91E45EC2B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3FBD4-4FBB-6A3E-D95D-21DC2924C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2AE08-939E-E221-0290-F303A91DAE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09A4C4-9B20-B3F6-7137-8161DF7BC7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F870EC-6E59-457A-C32C-1753F617F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E1E30-E4CC-A883-DFD2-BBAAF19C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9677C5-FE20-2040-342D-64FAF580C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4482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7DF02-2E4F-C1FE-37CA-7E66563F2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B357DF-9334-D48D-DEA6-BCF4E779F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C754B0-D0C3-F221-89BE-D68BA45A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630578-DA02-7521-E021-30E31B81E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53188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0AC23B-C0DE-B34B-30B3-5E35AD0A8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B8BD61-0D75-FFBD-7832-66BFA5BFD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8A25B-2FEC-5C85-CF81-3A79F8A68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68426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3C4B0-A38D-C486-8675-3312E6BD2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9B1BB-9FEA-605C-2492-31D4C88ED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493CF6-DB2B-90BC-AB13-55ED83C31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F7BBB-570D-8CD1-8740-0FF6E5F30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649AA-110F-22D2-6D70-0B0957FC9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E2ADA-E595-77A8-7CEE-0EA2ACC9C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74976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9355F-F681-7209-5BC3-2CFD70F9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3B4297-79D5-27B3-B194-8B9940575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878F2-D7F0-33CB-2182-F345F4522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C02E3-B206-A992-9B2C-7B968B248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66ABC-58EE-2863-EBA0-DCA90AA5F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10A3A-27B5-AC92-DF21-9F3C0C43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14976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5E4F9-487E-4F7D-9907-AC468B440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F517D-9A97-8A92-2A1C-65C80186A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039C9-7C87-2D21-9D6F-65FD1EDE9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053D9-F5A7-CBB8-6805-65DE42A42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777EE-A265-B157-6AF0-3A24AE9F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61785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EA838F-C329-ECFB-A430-4B5717689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FAD99-644D-667A-42BC-9842B363A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79DEE-F51D-518E-06F4-F1871E48B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FF10F-4C6F-2B48-AB41-F5F5ABF7401F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5E0FE-938C-E2F4-CED3-4939A5CF9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73E67-D1D6-1819-D911-C80482854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9142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F64CB8-5799-8F8A-3F4B-EAB6608E2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6C1D0-0882-0140-537C-FDDA3E96A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74717-97FD-93A5-D20F-EF166A5629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FF10F-4C6F-2B48-AB41-F5F5ABF7401F}" type="datetimeFigureOut">
              <a:rPr lang="en-TW" smtClean="0"/>
              <a:t>2026/2/23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92BE-3F86-02A3-24C0-CDFB17F0E0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8F4BF-C840-142B-79DB-A9A133625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5C856-2BF8-8445-95F0-0B9E8BBF634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192701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68B3556-3991-ADB4-9A96-6DFB613DA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6253" y="3713801"/>
            <a:ext cx="972907" cy="97290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7CF5AE4-E626-73B2-1F29-C55AF2D6FF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1221" y="3713800"/>
            <a:ext cx="972907" cy="9729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530E5F-E3B1-A659-05CE-A55EF63FF9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5326" y="3713800"/>
            <a:ext cx="814967" cy="8149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50079C-43C4-F88E-2DC2-ED5BF917D3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7170" y="3713800"/>
            <a:ext cx="814967" cy="814967"/>
          </a:xfrm>
          <a:prstGeom prst="rect">
            <a:avLst/>
          </a:prstGeom>
        </p:spPr>
      </p:pic>
      <p:sp>
        <p:nvSpPr>
          <p:cNvPr id="12" name="Circular Arrow 11">
            <a:extLst>
              <a:ext uri="{FF2B5EF4-FFF2-40B4-BE49-F238E27FC236}">
                <a16:creationId xmlns:a16="http://schemas.microsoft.com/office/drawing/2014/main" id="{02046210-7E55-6A55-2A6C-8B76AF9E29B2}"/>
              </a:ext>
            </a:extLst>
          </p:cNvPr>
          <p:cNvSpPr/>
          <p:nvPr/>
        </p:nvSpPr>
        <p:spPr>
          <a:xfrm>
            <a:off x="2358760" y="2493246"/>
            <a:ext cx="2043889" cy="2043889"/>
          </a:xfrm>
          <a:prstGeom prst="circular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14" name="Circular Arrow 13">
            <a:extLst>
              <a:ext uri="{FF2B5EF4-FFF2-40B4-BE49-F238E27FC236}">
                <a16:creationId xmlns:a16="http://schemas.microsoft.com/office/drawing/2014/main" id="{49384E2E-84AB-514D-AD9E-B34269BE186C}"/>
              </a:ext>
            </a:extLst>
          </p:cNvPr>
          <p:cNvSpPr/>
          <p:nvPr/>
        </p:nvSpPr>
        <p:spPr>
          <a:xfrm rot="10800000">
            <a:off x="2358759" y="3810241"/>
            <a:ext cx="2043889" cy="2043889"/>
          </a:xfrm>
          <a:prstGeom prst="circular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15" name="Circular Arrow 14">
            <a:extLst>
              <a:ext uri="{FF2B5EF4-FFF2-40B4-BE49-F238E27FC236}">
                <a16:creationId xmlns:a16="http://schemas.microsoft.com/office/drawing/2014/main" id="{60E4673C-D0BA-71C6-8C7C-E40A92B4F2D0}"/>
              </a:ext>
            </a:extLst>
          </p:cNvPr>
          <p:cNvSpPr/>
          <p:nvPr/>
        </p:nvSpPr>
        <p:spPr>
          <a:xfrm>
            <a:off x="7543247" y="2493246"/>
            <a:ext cx="2043889" cy="2043889"/>
          </a:xfrm>
          <a:prstGeom prst="circular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16" name="Circular Arrow 15">
            <a:extLst>
              <a:ext uri="{FF2B5EF4-FFF2-40B4-BE49-F238E27FC236}">
                <a16:creationId xmlns:a16="http://schemas.microsoft.com/office/drawing/2014/main" id="{60CDDC82-E989-B4E3-BBEE-F0A9DA5D2488}"/>
              </a:ext>
            </a:extLst>
          </p:cNvPr>
          <p:cNvSpPr/>
          <p:nvPr/>
        </p:nvSpPr>
        <p:spPr>
          <a:xfrm rot="10800000">
            <a:off x="7543246" y="3810241"/>
            <a:ext cx="2043889" cy="2043889"/>
          </a:xfrm>
          <a:prstGeom prst="circular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9CD87D-8759-CDC7-8782-4604BA537EBD}"/>
              </a:ext>
            </a:extLst>
          </p:cNvPr>
          <p:cNvSpPr txBox="1"/>
          <p:nvPr/>
        </p:nvSpPr>
        <p:spPr>
          <a:xfrm>
            <a:off x="2873436" y="1591972"/>
            <a:ext cx="6445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" panose="02040604050505020304" pitchFamily="18" charset="0"/>
                <a:cs typeface="Arial Nova" panose="020F0502020204030204" pitchFamily="34" charset="0"/>
              </a:rPr>
              <a:t>A transparent vault that makes currency exchange and transfers funds to others easy.</a:t>
            </a:r>
            <a:endParaRPr lang="en-TW" dirty="0">
              <a:solidFill>
                <a:schemeClr val="tx1">
                  <a:lumMod val="75000"/>
                  <a:lumOff val="25000"/>
                </a:schemeClr>
              </a:solidFill>
              <a:latin typeface="Century" panose="02040604050505020304" pitchFamily="18" charset="0"/>
              <a:cs typeface="Arial Nova" panose="020F050202020403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BCB6F4-F1E9-96DC-EC24-7334285F52FB}"/>
              </a:ext>
            </a:extLst>
          </p:cNvPr>
          <p:cNvSpPr/>
          <p:nvPr/>
        </p:nvSpPr>
        <p:spPr>
          <a:xfrm>
            <a:off x="3014595" y="2508559"/>
            <a:ext cx="732216" cy="732216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F421703-1FC9-6D7F-44CE-EF5DF2C14D50}"/>
              </a:ext>
            </a:extLst>
          </p:cNvPr>
          <p:cNvSpPr/>
          <p:nvPr/>
        </p:nvSpPr>
        <p:spPr>
          <a:xfrm>
            <a:off x="3014595" y="5121914"/>
            <a:ext cx="732216" cy="732216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9E921A-D6B0-4739-532D-965D0BAFD86D}"/>
              </a:ext>
            </a:extLst>
          </p:cNvPr>
          <p:cNvSpPr txBox="1"/>
          <p:nvPr/>
        </p:nvSpPr>
        <p:spPr>
          <a:xfrm>
            <a:off x="3021982" y="2377026"/>
            <a:ext cx="724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5400" dirty="0">
                <a:solidFill>
                  <a:schemeClr val="tx2">
                    <a:lumMod val="25000"/>
                    <a:lumOff val="75000"/>
                  </a:schemeClr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$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1F4605-DAA0-1B9B-E2AF-97C031844B7D}"/>
              </a:ext>
            </a:extLst>
          </p:cNvPr>
          <p:cNvSpPr txBox="1"/>
          <p:nvPr/>
        </p:nvSpPr>
        <p:spPr>
          <a:xfrm>
            <a:off x="3021982" y="4987328"/>
            <a:ext cx="724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W" sz="5400" dirty="0">
                <a:solidFill>
                  <a:schemeClr val="tx2">
                    <a:lumMod val="25000"/>
                    <a:lumOff val="75000"/>
                  </a:schemeClr>
                </a:solidFill>
                <a:latin typeface="Aharoni" panose="020F0502020204030204" pitchFamily="34" charset="0"/>
                <a:cs typeface="Aharoni" panose="020F0502020204030204" pitchFamily="34" charset="0"/>
              </a:rPr>
              <a:t>$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1A849A-EB4E-8D73-0049-6572043CB7BD}"/>
              </a:ext>
            </a:extLst>
          </p:cNvPr>
          <p:cNvSpPr txBox="1"/>
          <p:nvPr/>
        </p:nvSpPr>
        <p:spPr>
          <a:xfrm>
            <a:off x="2873435" y="531843"/>
            <a:ext cx="64451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" panose="02040604050505020304" pitchFamily="18" charset="0"/>
                <a:cs typeface="Arial Nova" panose="020F0502020204030204" pitchFamily="34" charset="0"/>
              </a:rPr>
              <a:t>MY EASY VAULT</a:t>
            </a:r>
            <a:endParaRPr lang="en-TW" sz="4800" dirty="0">
              <a:solidFill>
                <a:schemeClr val="tx1">
                  <a:lumMod val="75000"/>
                  <a:lumOff val="25000"/>
                </a:schemeClr>
              </a:solidFill>
              <a:latin typeface="Century" panose="02040604050505020304" pitchFamily="18" charset="0"/>
              <a:cs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851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19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Aharoni</vt:lpstr>
      <vt:lpstr>Aptos</vt:lpstr>
      <vt:lpstr>Aptos Display</vt:lpstr>
      <vt:lpstr>Arial</vt:lpstr>
      <vt:lpstr>Century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</dc:creator>
  <cp:lastModifiedBy>O365</cp:lastModifiedBy>
  <cp:revision>2</cp:revision>
  <dcterms:created xsi:type="dcterms:W3CDTF">2026-02-23T02:57:40Z</dcterms:created>
  <dcterms:modified xsi:type="dcterms:W3CDTF">2026-02-23T03:50:34Z</dcterms:modified>
</cp:coreProperties>
</file>